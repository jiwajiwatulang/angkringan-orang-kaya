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2ff7b6d1c943f6" /><Relationship Type="http://schemas.openxmlformats.org/officeDocument/2006/relationships/extended-properties" Target="/docProps/app.xml" Id="R6a719582d96441dc" /><Relationship Type="http://schemas.openxmlformats.org/officeDocument/2006/relationships/officeDocument" Target="/ppt/presentation.xml" Id="R32226a81116d45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bf3a1946df4ac9"/>
  </p:sldMasterIdLst>
  <p:notesMasterIdLst>
    <p:notesMasterId xmlns:r="http://schemas.openxmlformats.org/officeDocument/2006/relationships" r:id="R54cfebb2587b4376"/>
  </p:notesMasterIdLst>
  <p:sldIdLst>
    <p:sldId xmlns:r="http://schemas.openxmlformats.org/officeDocument/2006/relationships" id="256" r:id="R8171dc569ec84e70"/>
    <p:sldId xmlns:r="http://schemas.openxmlformats.org/officeDocument/2006/relationships" id="257" r:id="Ra73317f5de264a6b"/>
    <p:sldId xmlns:r="http://schemas.openxmlformats.org/officeDocument/2006/relationships" id="258" r:id="Re478f01820fc419e"/>
    <p:sldId xmlns:r="http://schemas.openxmlformats.org/officeDocument/2006/relationships" id="259" r:id="Red8cea14edbc4b1b"/>
    <p:sldId xmlns:r="http://schemas.openxmlformats.org/officeDocument/2006/relationships" id="260" r:id="Rf763530c96c946af"/>
    <p:sldId xmlns:r="http://schemas.openxmlformats.org/officeDocument/2006/relationships" id="261" r:id="Rb3b774985b764fba"/>
    <p:sldId xmlns:r="http://schemas.openxmlformats.org/officeDocument/2006/relationships" id="262" r:id="Ra7e8c1f81f014d78"/>
    <p:sldId xmlns:r="http://schemas.openxmlformats.org/officeDocument/2006/relationships" id="263" r:id="Rfcb03ef3d3514c02"/>
    <p:sldId xmlns:r="http://schemas.openxmlformats.org/officeDocument/2006/relationships" id="264" r:id="Rf752696d3ceb40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b36b0f95e24c34" /><Relationship Type="http://schemas.openxmlformats.org/officeDocument/2006/relationships/slideMaster" Target="/ppt/slideMasters/slideMaster1.xml" Id="R6ebf3a1946df4ac9" /><Relationship Type="http://schemas.openxmlformats.org/officeDocument/2006/relationships/notesMaster" Target="/ppt/notesMasters/notesMaster1.xml" Id="R54cfebb2587b4376" /><Relationship Type="http://schemas.openxmlformats.org/officeDocument/2006/relationships/presProps" Target="/ppt/presProps.xml" Id="Rfd44d2cff8a54c94" /><Relationship Type="http://schemas.openxmlformats.org/officeDocument/2006/relationships/tableStyles" Target="/ppt/tableStyles.xml" Id="R83dcb147dcc84784" /><Relationship Type="http://schemas.openxmlformats.org/officeDocument/2006/relationships/slide" Target="/ppt/slides/slide1.xml" Id="R8171dc569ec84e70" /><Relationship Type="http://schemas.openxmlformats.org/officeDocument/2006/relationships/slide" Target="/ppt/slides/slide2.xml" Id="Ra73317f5de264a6b" /><Relationship Type="http://schemas.openxmlformats.org/officeDocument/2006/relationships/slide" Target="/ppt/slides/slide3.xml" Id="Re478f01820fc419e" /><Relationship Type="http://schemas.openxmlformats.org/officeDocument/2006/relationships/slide" Target="/ppt/slides/slide4.xml" Id="Red8cea14edbc4b1b" /><Relationship Type="http://schemas.openxmlformats.org/officeDocument/2006/relationships/slide" Target="/ppt/slides/slide5.xml" Id="Rf763530c96c946af" /><Relationship Type="http://schemas.openxmlformats.org/officeDocument/2006/relationships/slide" Target="/ppt/slides/slide6.xml" Id="Rb3b774985b764fba" /><Relationship Type="http://schemas.openxmlformats.org/officeDocument/2006/relationships/slide" Target="/ppt/slides/slide7.xml" Id="Ra7e8c1f81f014d78" /><Relationship Type="http://schemas.openxmlformats.org/officeDocument/2006/relationships/slide" Target="/ppt/slides/slide8.xml" Id="Rfcb03ef3d3514c02" /><Relationship Type="http://schemas.openxmlformats.org/officeDocument/2006/relationships/slide" Target="/ppt/slides/slide9.xml" Id="Rf752696d3ceb40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c9daaca36348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0431f12f16445f" /><Relationship Type="http://schemas.openxmlformats.org/officeDocument/2006/relationships/notesMaster" Target="/ppt/notesMasters/notesMaster1.xml" Id="R8563bf8be24b4f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26d3c33fd64a73" /><Relationship Type="http://schemas.openxmlformats.org/officeDocument/2006/relationships/notesMaster" Target="/ppt/notesMasters/notesMaster1.xml" Id="R3ecfef4d849048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376f22db3a42f6" /><Relationship Type="http://schemas.openxmlformats.org/officeDocument/2006/relationships/notesMaster" Target="/ppt/notesMasters/notesMaster1.xml" Id="R5175fca61fbe4f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4c994a6ae34ffc" /><Relationship Type="http://schemas.openxmlformats.org/officeDocument/2006/relationships/notesMaster" Target="/ppt/notesMasters/notesMaster1.xml" Id="R35382aeee72e44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5f72b57fcc4ff2" /><Relationship Type="http://schemas.openxmlformats.org/officeDocument/2006/relationships/notesMaster" Target="/ppt/notesMasters/notesMaster1.xml" Id="Rdd0f2089c32a4d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2d762915654bed" /><Relationship Type="http://schemas.openxmlformats.org/officeDocument/2006/relationships/notesMaster" Target="/ppt/notesMasters/notesMaster1.xml" Id="Rc534e2b1cc4645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94762eb1534e13" /><Relationship Type="http://schemas.openxmlformats.org/officeDocument/2006/relationships/notesMaster" Target="/ppt/notesMasters/notesMaster1.xml" Id="R953db8f032ea48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361b01cb5149ed" /><Relationship Type="http://schemas.openxmlformats.org/officeDocument/2006/relationships/notesMaster" Target="/ppt/notesMasters/notesMaster1.xml" Id="Ra6266b185aad4c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3f9eb788f14abe" /><Relationship Type="http://schemas.openxmlformats.org/officeDocument/2006/relationships/notesMaster" Target="/ppt/notesMasters/notesMaster1.xml" Id="R0a70337070724a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konfigurasi dan kode repositori SakuNota, branch codex/stability-retail-dashboard, serta brief pemilik. Harga merupakan model produk yang diberikan pemilik. Perubahan branch ini masih lokal, belum rollout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src/lib/settings.ts, src/lib/dexie.ts, src/lib/inventory.ts, src/app/admin/stok/page.tsx. Resep bahan baku, pembelian pemasok lengkap, HPP, dan gudang belum termasuk. Pergantian jenis usaha tidak menghapus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src/worker.ts, wrangler.jsonc, src/lib/dexie.ts. localStorage hanya metadata/cache; transaksi utama di IndexedDB. Demo memakai SakuNotaDemoDB. Portal Owner bukan dashboard seluruh omzet pedagang. Aktivasi/verifikasi online menghubungkan perangkat dengan Worker.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src/lib/api.ts, src/app/pos/page.tsx, komponen mobile. Open bill mengurangi persediaan saat disimpan. Pembayaran lanjutan tidak memotong stok lagi. Laporan admin hanya untuk pemilik toko dengan akses admin.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functions/api/payment, functions/api/license, functions/api/beta, src/lib/server/sakunotaServer.ts. Transfer manual melalui verifikasi Owner juga tersedia. Respons popup bukan bukti akhir pembayaran: website memeriksa status server. Uji pembayaran pada branch ini memakai respons gateway simulasi, bukan settlement sandbox/live nyata.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src/lib/inventory.ts, src/app/admin/stok/page.tsx. Kuantitas unit bulat. Pembatalan nota belum dibayar mengembalikan stok. Refund uang tidak otomatis menjadi retur stok; barang diperiksa lalu dicatat sebagai barang masuk. Backup JSON menyertakan ledger.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harga: brief pemilik dan src/lib/server/sakunotaServer.ts. Perhitungan: jumlah lisensi × Rp50.000. Angka [5,50,500] dalam Rp juta. Ini skenario, bukan forecast atau traction. Biaya hosting, API, D1, gateway, support, komisi dan akuisisi belum dibuktikan. Data chart literal dimaterialisasi sebagai workbook agar dapat diedit.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arsitektur kode dan brief pemilik. Tidak mengklaim Rp0 total server, margin terbukti, satu juta pengguna teruji, atau zero churn. Tidak ada angka biaya/traction aktual yang diberikan.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docs/RENCANA_PENGEMBANGAN.md, audit-output/regression-tests.log dan stability-tests.log. Tes otomatis tidak menjamin nol bug. Schema IndexedDB naik ke 9: rollback harus tetap mengenal schema 9. Rotasi secret yang dibagikan harus direncanakan agar pembayaran dan lisensi tidak terputus.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45a0fb6104c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31d8b27454e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310c0585840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4d18b74eb4b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5edd9b16b4a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36f40a19c43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1AE6CA-6113-4393-87D2-12A3594ABB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E86EEB-883D-4EB2-A50A-F189A40744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B3A3CD-DE1A-4EA4-B5D3-D969BD9E28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26CC91-06F8-4E64-AA68-7BC18CBC17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640DF9-F7B7-47B6-8059-CE2113DFAB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8674D8-7E9A-4B44-93D6-34742B555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745A00-D018-4A0F-B1F9-EC50FEE052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5F3679D-E040-4029-84E5-06EB1BEC51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BD81A9-D62F-42BF-ADBE-05B20AC27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ED4AE0-85F3-401F-BBA9-114F34AA9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465d4653794b81" /><Relationship Type="http://schemas.openxmlformats.org/officeDocument/2006/relationships/slideLayout" Target="/ppt/slideLayouts/slideLayout1.xml" Id="R170c42e3afbe45df" /><Relationship Type="http://schemas.openxmlformats.org/officeDocument/2006/relationships/slideLayout" Target="/ppt/slideLayouts/slideLayout2.xml" Id="R8b8042c4f5e24fe4" /><Relationship Type="http://schemas.openxmlformats.org/officeDocument/2006/relationships/slideLayout" Target="/ppt/slideLayouts/slideLayout3.xml" Id="Ra322aa796be04681" /><Relationship Type="http://schemas.openxmlformats.org/officeDocument/2006/relationships/slideLayout" Target="/ppt/slideLayouts/slideLayout4.xml" Id="R735f93aca2dd4823" /><Relationship Type="http://schemas.openxmlformats.org/officeDocument/2006/relationships/slideLayout" Target="/ppt/slideLayouts/slideLayout5.xml" Id="R234c7e9a06f54ba8" /><Relationship Type="http://schemas.openxmlformats.org/officeDocument/2006/relationships/slideLayout" Target="/ppt/slideLayouts/slideLayout6.xml" Id="Rba4c42c202df43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0c42e3afbe45df"/>
    <p:sldLayoutId xmlns:r="http://schemas.openxmlformats.org/officeDocument/2006/relationships" id="2147483650" r:id="R8b8042c4f5e24fe4"/>
    <p:sldLayoutId xmlns:r="http://schemas.openxmlformats.org/officeDocument/2006/relationships" id="2147483651" r:id="Ra322aa796be04681"/>
    <p:sldLayoutId xmlns:r="http://schemas.openxmlformats.org/officeDocument/2006/relationships" id="2147483652" r:id="R735f93aca2dd4823"/>
    <p:sldLayoutId xmlns:r="http://schemas.openxmlformats.org/officeDocument/2006/relationships" id="2147483653" r:id="R234c7e9a06f54ba8"/>
    <p:sldLayoutId xmlns:r="http://schemas.openxmlformats.org/officeDocument/2006/relationships" id="2147483654" r:id="Rba4c42c202df43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91984e43f443da" /><Relationship Type="http://schemas.openxmlformats.org/officeDocument/2006/relationships/notesSlide" Target="/ppt/notesSlides/notesSlide1.xml" Id="Rebd2d9d4c9f742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9b6baf46ec4e5c" /><Relationship Type="http://schemas.openxmlformats.org/officeDocument/2006/relationships/notesSlide" Target="/ppt/notesSlides/notesSlide2.xml" Id="R5e292cbec4cd44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fec5bac5a44d6" /><Relationship Type="http://schemas.openxmlformats.org/officeDocument/2006/relationships/notesSlide" Target="/ppt/notesSlides/notesSlide3.xml" Id="Rd98bd21e625744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f33040b1a4fd1" /><Relationship Type="http://schemas.openxmlformats.org/officeDocument/2006/relationships/notesSlide" Target="/ppt/notesSlides/notesSlide4.xml" Id="R1b9746bffc2745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9b9b9dfe447e8" /><Relationship Type="http://schemas.openxmlformats.org/officeDocument/2006/relationships/notesSlide" Target="/ppt/notesSlides/notesSlide5.xml" Id="R5aaa0d0d319c4f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1b05b0186f4269" /><Relationship Type="http://schemas.openxmlformats.org/officeDocument/2006/relationships/notesSlide" Target="/ppt/notesSlides/notesSlide6.xml" Id="R29522864d04548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627cd13894577" /><Relationship Type="http://schemas.openxmlformats.org/officeDocument/2006/relationships/chart" Target="/ppt/slides/charts/chart1.xml" Id="R2116e194fc1749ec" /><Relationship Type="http://schemas.openxmlformats.org/officeDocument/2006/relationships/notesSlide" Target="/ppt/notesSlides/notesSlide7.xml" Id="Rbac5dce8db5d4e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abeb509d04511" /><Relationship Type="http://schemas.openxmlformats.org/officeDocument/2006/relationships/notesSlide" Target="/ppt/notesSlides/notesSlide8.xml" Id="Rd15b9b5438514e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2fa7b87d14920" /><Relationship Type="http://schemas.openxmlformats.org/officeDocument/2006/relationships/notesSlide" Target="/ppt/notesSlides/notesSlide9.xml" Id="Re6e73e5e3e5d4cb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Pendapatan kotor (Rp juta)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100 lisensi</c:v>
                </c:pt>
                <c:pt idx="1">
                  <c:v>1.000 lisensi</c:v>
                </c:pt>
                <c:pt idx="2">
                  <c:v>10.000 lisensi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</c:v>
                </c:pt>
                <c:pt idx="1">
                  <c:v>50</c:v>
                </c:pt>
                <c:pt idx="2">
                  <c:v>500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Jumlah lisensi terjual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Rp juta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69341-4537-4E15-A1D3-B8FD0A93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6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6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6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6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6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6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6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6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6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SakuNota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55282-2678-4CDE-8B75-FB8BE200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28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Kasir lokal untuk usaha sehari-hari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E22ED-B764-4C21-BEAC-93D2B479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Rp50.000 sekali bayar per perangkat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9382F-096A-41B6-A3F9-5DB52382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Produk, model bisnis, arsitektur, dan rencana rilis</a:t>
            </a:r>
          </a:p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Reza Rengga • 18 Oktober 2026</a:t>
            </a:r>
          </a:p>
        </p:txBody>
      </p:sp>
    </p:spTree>
    <p:extLst>
      <p:ext uri="{BB962C8B-B14F-4D97-AF65-F5344CB8AC3E}">
        <p14:creationId xmlns:p14="http://schemas.microsoft.com/office/powerpoint/2010/main" val="114130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3DEBF-0270-4DCA-A88B-AE6D3AD3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Fitur mengikuti jenis usaha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F7F91-9111-4A99-9288-94A40033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Satu mesin transaksi; pilihan usaha menentukan alur yang paling sering digunakan.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F9011-FB7C-45B2-B165-BFFF1F2E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SakuNota  /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98E94-DC11-49DB-8A27-7F1E3208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Retail &amp; warung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C1291-881B-4FA6-8030-EB0ADB9B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000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Kasir cepat tanpa meja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SKU dan scan barcode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Jumlah stok dan batas minimum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Barang masuk/keluar dan opname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D41FA-9DC6-4040-B5A7-7B390757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Kafe &amp; restoran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8077A-51CE-49BF-8D60-9993DD89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5000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Meja dan tagihan terbuka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Takeaway dan split pembayaran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Ukuran, topping, dan tambahan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Stok produk jadi dapat diaktifkan</a:t>
            </a:r>
          </a:p>
        </p:txBody>
      </p:sp>
    </p:spTree>
    <p:extLst>
      <p:ext uri="{BB962C8B-B14F-4D97-AF65-F5344CB8AC3E}">
        <p14:creationId xmlns:p14="http://schemas.microsoft.com/office/powerpoint/2010/main" val="1571119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97C78-020B-4D00-9821-1100E96EE98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858250" y="34528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7382A-3203-4C91-92E2-D13E3727714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67050" y="345281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96203-D20C-47D4-863A-2A3EA5F6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Data toko lokal, lisensi di Cloudflare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05082-CF1D-4F02-A5B6-B89EAB40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Transaksi harian toko tidak perlu dikirim ke database pusat.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CCFDB-D7C8-455D-A3D4-13BE1B1F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SakuNota  /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28A8F-C2F6-4849-B571-2D0325B9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PERANGKAT TOKO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FDE38-207D-410E-AE72-33D2F7FD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Kasir POS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Admin toko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2E812-AA6A-49FC-9CCD-9FF4E3AE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IndexedDB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AngkringanDB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F812E-E4BE-4626-BD1C-5F90E775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381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Produk • transaksi • pembayaran</a:t>
            </a:r>
          </a:p>
          <a:p xmlns:a="http://schemas.openxmlformats.org/drawingml/2006/main">
            <a: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shift • kas • stok dan ledger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F5E10-3122-45B5-AEBA-558347D4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CLOUDFLARE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EAC34-6140-4AD9-9B36-6FEA8E91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619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Worker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85017-03AB-4F0B-8BCD-431E7DD0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1905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D1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lisensi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21739-00A3-4949-A157-96CA5D3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Portal Owner SakuNota</a:t>
            </a:r>
          </a:p>
          <a:p xmlns:a="http://schemas.openxmlformats.org/drawingml/2006/main">
            <a:pPr>
              <a:defRPr sz="19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Pembelian, beta, tester dan perangkat</a:t>
            </a:r>
          </a:p>
        </p:txBody>
      </p:sp>
    </p:spTree>
    <p:extLst>
      <p:ext uri="{BB962C8B-B14F-4D97-AF65-F5344CB8AC3E}">
        <p14:creationId xmlns:p14="http://schemas.microsoft.com/office/powerpoint/2010/main" val="1597520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C047B-687E-46B1-92C2-46D06ECD53C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534400" y="3667125"/>
            <a:ext cx="16383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5011E-73BD-4648-82C2-4B88C816B7C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34400" y="31432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8112A-DB95-4691-A9DF-DE3E673C5F9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53100" y="31432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3C33E-672E-43CA-81C2-4DE877A700D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71800" y="31432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86F49-4FCA-41AC-B64F-2E7BD500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Flow operasional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3964C-C9B1-4177-A9F2-2B004B1A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Pesanan dan perubahan stok disimpan dalam satu transaksi IndexedDB.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EC3B1-685E-46BE-9E87-B48CF325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SakuNota  /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33285-B04D-4799-86A1-187C41F2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shift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dan kas awal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97BCC-2B7D-4493-BBC8-71367CBF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19375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Pilih produk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atau barcode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AB5EB-9CDF-4D65-AB8F-B88239A3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19375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Simpan nota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dan stok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75361-8B6B-496B-AB00-1E6CD56B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19375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Catat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pembayaran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A0E01-A809-4254-AA4C-09171B84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24375"/>
            <a:ext cx="506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Hitung uang fisik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dan tutup shift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848F1-42B4-4B52-961E-9823EB4A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Struk dan laporan mengikuti pembayaran. Selisih kas ditampilkan setelah penutupan tersimpan.</a:t>
            </a:r>
          </a:p>
        </p:txBody>
      </p:sp>
    </p:spTree>
    <p:extLst>
      <p:ext uri="{BB962C8B-B14F-4D97-AF65-F5344CB8AC3E}">
        <p14:creationId xmlns:p14="http://schemas.microsoft.com/office/powerpoint/2010/main" val="1725414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D7287-24EA-4BAD-935B-A2D33AC7CED6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3829050" y="4905375"/>
            <a:ext cx="432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232E7-4B61-4A0E-9F29-C1173CBC179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725025" y="352425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2212F-590E-4CB3-8F91-2196D5B8DE8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62850" y="3048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E394A-1652-4E20-95D5-CDBC9FF95C8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829050" y="3048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7A8A1-98E9-4FE0-9AB8-08EA054D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Flow pembelian dan aktivasi lisensi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960FA-5918-48D2-93F1-176CC0CD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Midtrans dipakai untuk membeli lisensi SakuNota; pembayaran toko dicatat di kasir lokal.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B7B1A-58BA-43FF-BFC2-C6B5FBA7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SakuNota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5AA2A-80A0-47CE-A52D-D01BFBC0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Buat pesanan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Rp50.000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3315B-3B37-4268-AB9B-6E258617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Bayar melalui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Midtrans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E8F82-730D-4A0A-9085-884220E3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Validasi webhook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dan nominal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7339B-251F-47AA-8AE2-06EAFDC9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Aktifkan pada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satu perangkat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EA0AF-5C36-44CF-B58D-976F408F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2912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Terbitkan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lisensi di D1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79C9E-4DB0-4DC1-99AE-3DA36AD4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Trial beta: daftar → persetujuan Owner → aktivasi pertama → masa coba tujuh hari</a:t>
            </a:r>
          </a:p>
        </p:txBody>
      </p:sp>
    </p:spTree>
    <p:extLst>
      <p:ext uri="{BB962C8B-B14F-4D97-AF65-F5344CB8AC3E}">
        <p14:creationId xmlns:p14="http://schemas.microsoft.com/office/powerpoint/2010/main" val="1642900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7E949-BE08-4579-BDDA-74529D5D558E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429500" y="31908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01035-3994-4845-95E6-466C8E9E3D8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57550" y="3190875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A9A11-4D03-4D5C-B5E1-6E9FEFF4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Persediaan dan stok opname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F1857-17F0-427D-AFF9-20E6B8F5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Saldo dan riwayat pergerakan berada pada perangkat toko.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D3ACD-CF17-4E3C-BDA3-9717DCDB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SakuNota  /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C9C6F-BD36-4C46-A038-26E61258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Hitung dan aktifkan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stok awal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846E7-D45D-4545-B99C-400B7881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Saldo + ledger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pergerakan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15EF5-D442-4CEC-8379-F7F66679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Hitung fisik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Stok opname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19173-6345-46FC-BC22-C13C0A79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Penjualan dan barang keluar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mengurangi saldo.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81B16-0A26-403F-9AD8-F50CC1B6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Barang masuk menambah saldo.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Setiap perubahan mencatat alasan.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33351-9AF9-4383-9F46-3ACE45AC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Opname ditolak jika saldo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berubah selama hitung.</a:t>
            </a:r>
          </a:p>
        </p:txBody>
      </p:sp>
    </p:spTree>
    <p:extLst>
      <p:ext uri="{BB962C8B-B14F-4D97-AF65-F5344CB8AC3E}">
        <p14:creationId xmlns:p14="http://schemas.microsoft.com/office/powerpoint/2010/main" val="9307282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21A5E-9193-4954-B6E4-0385AEC6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Pendapatan dari penjualan lisensi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C932D-B4AA-491A-846D-0CBC0A00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Skenario pendapatan kotor; bukan penjualan aktual dan belum dikurangi biaya.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FE3B8-FD52-4B7A-B643-2349F33E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SakuNota  /  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7C38D91-80C9-4D58-82F0-2ADEFA6240E5}"/>
              </a:ext>
            </a:extLst>
          </p:cNvPr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66675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16e194fc1749e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C9991-821F-4549-A680-75F67B20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Rp50.000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FE9A9-497F-4A1A-939F-9990F044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 lisensi perangkat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sekali bayar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B8354-E0A4-4F81-ACB4-88B5D65D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Target margin &gt;92% memerlukan biaya variabel di bawah Rp4.000 per lisensi.</a:t>
            </a:r>
          </a:p>
        </p:txBody>
      </p:sp>
    </p:spTree>
    <p:extLst>
      <p:ext uri="{BB962C8B-B14F-4D97-AF65-F5344CB8AC3E}">
        <p14:creationId xmlns:p14="http://schemas.microsoft.com/office/powerpoint/2010/main" val="1973131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EAA1A-D325-4A98-88D1-805DFDCB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Biaya server dan keberlanjutan bisnis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2BB4F-0B4B-4375-9592-907DE50D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Pemrosesan lokal menekan beban transaksi, tetapi bisnis tetap memiliki biaya.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F6926-50E4-43BA-8CCB-74B807DB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SakuNota  /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76763-33E6-4EE8-8259-21CE509D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Operasional toko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08241-8A64-4F03-AA9E-F955546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Komputasi transaksi dan database toko berjalan pada perangkat.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Tidak ada panggilan D1 untuk setiap penjualan barang.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66862-AB11-4999-B80A-9ABC626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Bisnis SakuNota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28FF4-B8AC-4CEA-94F9-A5CE7E3E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Aset aplikasi, aktivasi, D1 lisensi, pembayaran dan dukungan tetap memerlukan sumber daya.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Bundling hardware dan jasa pemasangan adalah peluang tambahan.</a:t>
            </a:r>
          </a:p>
        </p:txBody>
      </p:sp>
    </p:spTree>
    <p:extLst>
      <p:ext uri="{BB962C8B-B14F-4D97-AF65-F5344CB8AC3E}">
        <p14:creationId xmlns:p14="http://schemas.microsoft.com/office/powerpoint/2010/main" val="2208882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CB2E2-DB7D-4C05-9385-87DECDB7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Rencana rilis dan batas pengujian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10067-9C92-4F41-92DA-E82F56CA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Perubahan disiapkan pada branch lokal; produksi belum diubah.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B0CDF-5FDF-47DE-BB23-276895A6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SakuNota  /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8599F-C70F-43B8-AF6B-38B77C1E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Tersedia di branch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D99CD-06F0-4198-9688-8B5C8F16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Stok retail dan opname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Grafik serta panduan barcode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Isolasi demo dan perbaikan aktivasi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Regresi lokal dan simulasi gateway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EE77C-7F80-4B28-AB2E-BC6DD562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Sebelum rollout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67502-D282-46B5-A58D-4019104D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Sandbox Midtrans nyata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Uji printer, kamera, dan scanner fisik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Backup serta uji upgrade perangkat</a:t>
            </a:r>
          </a:p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Staging, persetujuan, lalu produksi</a:t>
            </a:r>
          </a:p>
        </p:txBody>
      </p:sp>
    </p:spTree>
    <p:extLst>
      <p:ext uri="{BB962C8B-B14F-4D97-AF65-F5344CB8AC3E}">
        <p14:creationId xmlns:p14="http://schemas.microsoft.com/office/powerpoint/2010/main" val="930671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2026-10-18T07:11:18.0240000Z</dcterms:created>
  <dcterms:modified xsi:type="dcterms:W3CDTF">2026-10-18T07:11:18.0250000Z</dcterms:modified>
</coreProperties>
</file>